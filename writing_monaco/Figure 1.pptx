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nar Pétur Jónsson - HAFRO" userId="e2a92e6c-f4f1-43cc-a4a7-9c808233eb6a" providerId="ADAL" clId="{2ACA52B1-C67D-5E13-AFD0-94BD8093AE08}"/>
    <pc:docChg chg="undo custSel mod modSld">
      <pc:chgData name="Einar Pétur Jónsson - HAFRO" userId="e2a92e6c-f4f1-43cc-a4a7-9c808233eb6a" providerId="ADAL" clId="{2ACA52B1-C67D-5E13-AFD0-94BD8093AE08}" dt="2026-02-03T13:28:18.748" v="4" actId="1076"/>
      <pc:docMkLst>
        <pc:docMk/>
      </pc:docMkLst>
      <pc:sldChg chg="modSp mod">
        <pc:chgData name="Einar Pétur Jónsson - HAFRO" userId="e2a92e6c-f4f1-43cc-a4a7-9c808233eb6a" providerId="ADAL" clId="{2ACA52B1-C67D-5E13-AFD0-94BD8093AE08}" dt="2026-02-03T13:27:44.322" v="2" actId="1076"/>
        <pc:sldMkLst>
          <pc:docMk/>
          <pc:sldMk cId="2757735093" sldId="256"/>
        </pc:sldMkLst>
        <pc:spChg chg="mod">
          <ac:chgData name="Einar Pétur Jónsson - HAFRO" userId="e2a92e6c-f4f1-43cc-a4a7-9c808233eb6a" providerId="ADAL" clId="{2ACA52B1-C67D-5E13-AFD0-94BD8093AE08}" dt="2026-02-03T13:27:44.322" v="2" actId="1076"/>
          <ac:spMkLst>
            <pc:docMk/>
            <pc:sldMk cId="2757735093" sldId="256"/>
            <ac:spMk id="38" creationId="{019942EC-4808-FD87-B1D2-58A28AF1CDB2}"/>
          </ac:spMkLst>
        </pc:spChg>
        <pc:cxnChg chg="mod">
          <ac:chgData name="Einar Pétur Jónsson - HAFRO" userId="e2a92e6c-f4f1-43cc-a4a7-9c808233eb6a" providerId="ADAL" clId="{2ACA52B1-C67D-5E13-AFD0-94BD8093AE08}" dt="2026-02-03T13:27:07.686" v="1" actId="1076"/>
          <ac:cxnSpMkLst>
            <pc:docMk/>
            <pc:sldMk cId="2757735093" sldId="256"/>
            <ac:cxnSpMk id="6" creationId="{00998EBF-1E40-AB2F-9070-23BABB4BB384}"/>
          </ac:cxnSpMkLst>
        </pc:cxnChg>
      </pc:sldChg>
      <pc:sldChg chg="modSp mod">
        <pc:chgData name="Einar Pétur Jónsson - HAFRO" userId="e2a92e6c-f4f1-43cc-a4a7-9c808233eb6a" providerId="ADAL" clId="{2ACA52B1-C67D-5E13-AFD0-94BD8093AE08}" dt="2026-02-03T13:28:18.748" v="4" actId="1076"/>
        <pc:sldMkLst>
          <pc:docMk/>
          <pc:sldMk cId="3731508828" sldId="257"/>
        </pc:sldMkLst>
        <pc:picChg chg="mod">
          <ac:chgData name="Einar Pétur Jónsson - HAFRO" userId="e2a92e6c-f4f1-43cc-a4a7-9c808233eb6a" providerId="ADAL" clId="{2ACA52B1-C67D-5E13-AFD0-94BD8093AE08}" dt="2026-02-03T13:28:18.748" v="4" actId="1076"/>
          <ac:picMkLst>
            <pc:docMk/>
            <pc:sldMk cId="3731508828" sldId="257"/>
            <ac:picMk id="6" creationId="{6819CA94-726B-753C-A067-A2C7AF0774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DAB1F-B089-4A8B-86D1-CDC9C96276FF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567C2-477E-4ECD-BD49-2931FC6EE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47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567C2-477E-4ECD-BD49-2931FC6EEE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C3ED-0078-FEB7-FD0D-3843645B9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FE200-E108-A973-0B8C-77CF12A20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37AD-6279-F99A-DFF2-A4C2FD2D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286A6-D731-F7D2-D6D6-83E52747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E82E2-2ADB-C6F7-3619-78FAA066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5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E1D6-09AB-7702-E7ED-F2066F3F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CDC02-EBF8-9670-0D8A-06E45ACAC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ECF90-C9F9-874E-5C9D-DB87CDC9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2C8D-82D0-92BE-82CB-5B2B94E1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36863-C56D-0E4A-51C6-64220303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C13F-8074-4D52-A8F6-594039F7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C7542-B516-D5DE-BDF0-DA7A4ABD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5A0FA-8D4C-8C35-E604-3625DCCF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F6770-B9CA-A0DF-D38F-6ED44621A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6784E-B34B-3324-92BC-0190E599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1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EA81-D39D-6F2B-6134-90F49FF0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96C7-90E9-DFE7-EEF8-D255AF7BA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5781B-2948-7E0B-8F79-FA5F875B4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B0310-A3E4-9608-7844-1D82BF9F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DA833-2C7B-9EDB-35F1-29806F85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FD36B-052A-48E3-700A-703724C5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1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A7B6-1E6A-451D-2EB4-25191A1DB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BA6F5-A3AC-E7B2-F14B-258444E3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E1DBE-CBA2-A3D0-853F-20551E908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8B053-6E69-1412-806E-F1914E4F5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A86555-6296-A3B1-7866-57F3B3A68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7F680-029F-4A04-DE72-684BB806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24EF2D-53E3-5840-6795-E9F697E4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CBD68-4293-E474-F5C4-82ACFE05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8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052F-FC01-FED4-BF85-5ED50AB9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64749-7BF2-2E49-7AEE-39A6C09D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C6C9F-7C59-307B-BF61-967D298A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B10BA-0FBF-40F1-B7B0-976E7D14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1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C0524-0F6E-C0F4-1579-AEF72484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8D732-6462-98A1-33EB-DE51086B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FA8B2-2EE0-7DA0-303B-92E98BC2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88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F548-7551-38C8-5833-6182F459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30D8-E8AA-5791-01E6-FDE27DD64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6CBEC-BFF8-DD24-482A-1E7536079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38612-3FA2-CDEE-7DC4-3A2F61BF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65984-B632-DBF8-BFC5-6BEFFB19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88E33-D783-E50A-C4D2-EED59A38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0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0961-D642-9077-CF35-9F596A93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7B605-6561-C254-241C-1F32A3F69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55B51-5C48-176B-3A71-7975104C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49540-A032-7544-B7A6-B0744AB9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6A50-DCB1-D82F-7BE7-F1B31586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EB981-5F19-C882-71E4-3FC0BAF3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4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0E9B-5C36-5046-2482-8655871B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4A94A-8197-D63C-DCFC-AA1EBA7FB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5B06-B1CD-6631-C8DC-BB2C49F6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98568-E179-07FD-0678-B248B109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B73E6-900E-FCA3-B393-5D10F3CE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3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D2A4E5-8432-448F-FD04-5FF70C2BF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00892-1BF0-720F-D8A8-91F9C9DD7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CCF0C-71F8-F582-7C51-E099CC36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B7891-4299-3423-0CFB-A172467B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61CC2-9998-C20F-3756-26473399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4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D1A24-146C-6E15-679A-67C43D59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DDB3-2820-061D-CDA4-062ED7056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7601C-C043-865F-92CB-56DA81BD8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F72D9-37F9-4CA1-AFDA-BE7DE49D3B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A7506-9F2A-BAD0-01F9-4B1E48A6E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BB92-3069-CA29-D5AF-EA3BC120A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3C9B8-1F0C-4185-9C8B-06FD1E21E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7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CEACC36-46B6-FCE4-664C-0359A0FCD458}"/>
              </a:ext>
            </a:extLst>
          </p:cNvPr>
          <p:cNvCxnSpPr>
            <a:cxnSpLocks/>
            <a:stCxn id="28" idx="6"/>
            <a:endCxn id="55" idx="2"/>
          </p:cNvCxnSpPr>
          <p:nvPr/>
        </p:nvCxnSpPr>
        <p:spPr>
          <a:xfrm>
            <a:off x="4765034" y="2499433"/>
            <a:ext cx="892033" cy="2463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62083E-0B2D-7DE4-7A64-2F9702AE338A}"/>
              </a:ext>
            </a:extLst>
          </p:cNvPr>
          <p:cNvCxnSpPr>
            <a:cxnSpLocks/>
          </p:cNvCxnSpPr>
          <p:nvPr/>
        </p:nvCxnSpPr>
        <p:spPr>
          <a:xfrm flipV="1">
            <a:off x="4674326" y="957943"/>
            <a:ext cx="0" cy="2786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0998EBF-1E40-AB2F-9070-23BABB4BB384}"/>
              </a:ext>
            </a:extLst>
          </p:cNvPr>
          <p:cNvCxnSpPr>
            <a:cxnSpLocks/>
          </p:cNvCxnSpPr>
          <p:nvPr/>
        </p:nvCxnSpPr>
        <p:spPr>
          <a:xfrm flipV="1">
            <a:off x="2043880" y="3724781"/>
            <a:ext cx="6058172" cy="77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38B078-CC8B-381B-7486-0CF8B9C4E8C4}"/>
              </a:ext>
            </a:extLst>
          </p:cNvPr>
          <p:cNvCxnSpPr>
            <a:cxnSpLocks/>
          </p:cNvCxnSpPr>
          <p:nvPr/>
        </p:nvCxnSpPr>
        <p:spPr>
          <a:xfrm flipH="1">
            <a:off x="2706624" y="3755572"/>
            <a:ext cx="1967702" cy="1758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8B5BE2-BF1A-1A0D-5874-DE4868F58B77}"/>
              </a:ext>
            </a:extLst>
          </p:cNvPr>
          <p:cNvSpPr txBox="1"/>
          <p:nvPr/>
        </p:nvSpPr>
        <p:spPr>
          <a:xfrm>
            <a:off x="7461443" y="3789361"/>
            <a:ext cx="186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Temperature</a:t>
            </a:r>
            <a:r>
              <a:rPr lang="sv-SE" dirty="0"/>
              <a:t> (°C)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11607-EDEF-7E3E-434D-68C004D8D189}"/>
              </a:ext>
            </a:extLst>
          </p:cNvPr>
          <p:cNvSpPr txBox="1"/>
          <p:nvPr/>
        </p:nvSpPr>
        <p:spPr>
          <a:xfrm>
            <a:off x="2228608" y="559787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pH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2E07AB-89BD-2FEE-0D6B-5A0B5BC04671}"/>
              </a:ext>
            </a:extLst>
          </p:cNvPr>
          <p:cNvSpPr txBox="1"/>
          <p:nvPr/>
        </p:nvSpPr>
        <p:spPr>
          <a:xfrm>
            <a:off x="3978118" y="520684"/>
            <a:ext cx="177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Lithium</a:t>
            </a:r>
            <a:r>
              <a:rPr lang="sv-SE" dirty="0"/>
              <a:t> (mg L</a:t>
            </a:r>
            <a:r>
              <a:rPr lang="sv-SE" baseline="30000" dirty="0"/>
              <a:t>-1</a:t>
            </a:r>
            <a:r>
              <a:rPr lang="sv-SE" dirty="0"/>
              <a:t>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DBFC7-4902-904F-66E5-CBDD61459558}"/>
              </a:ext>
            </a:extLst>
          </p:cNvPr>
          <p:cNvSpPr txBox="1"/>
          <p:nvPr/>
        </p:nvSpPr>
        <p:spPr>
          <a:xfrm>
            <a:off x="3970517" y="343145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0.18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7F62E-15AF-1244-DB6F-7D04970194AA}"/>
              </a:ext>
            </a:extLst>
          </p:cNvPr>
          <p:cNvSpPr txBox="1"/>
          <p:nvPr/>
        </p:nvSpPr>
        <p:spPr>
          <a:xfrm>
            <a:off x="4090995" y="29274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1B6CA8-E331-904D-8FCE-AC5A42C0EEF4}"/>
              </a:ext>
            </a:extLst>
          </p:cNvPr>
          <p:cNvSpPr txBox="1"/>
          <p:nvPr/>
        </p:nvSpPr>
        <p:spPr>
          <a:xfrm>
            <a:off x="4090995" y="23099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7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C408E-4339-A75D-2D28-5AAC5B9CDA16}"/>
              </a:ext>
            </a:extLst>
          </p:cNvPr>
          <p:cNvSpPr txBox="1"/>
          <p:nvPr/>
        </p:nvSpPr>
        <p:spPr>
          <a:xfrm>
            <a:off x="4029280" y="169247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10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1FF54-CD48-6345-05BF-75E9671E9019}"/>
              </a:ext>
            </a:extLst>
          </p:cNvPr>
          <p:cNvSpPr txBox="1"/>
          <p:nvPr/>
        </p:nvSpPr>
        <p:spPr>
          <a:xfrm>
            <a:off x="4029280" y="107500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20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3F2AAF-280C-B50C-21A5-BB15371495BF}"/>
              </a:ext>
            </a:extLst>
          </p:cNvPr>
          <p:cNvSpPr/>
          <p:nvPr/>
        </p:nvSpPr>
        <p:spPr>
          <a:xfrm>
            <a:off x="4591385" y="3669122"/>
            <a:ext cx="182880" cy="17289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A493E12-A041-9D98-3B30-4006FE1BE865}"/>
              </a:ext>
            </a:extLst>
          </p:cNvPr>
          <p:cNvGrpSpPr/>
          <p:nvPr/>
        </p:nvGrpSpPr>
        <p:grpSpPr>
          <a:xfrm>
            <a:off x="6802989" y="940509"/>
            <a:ext cx="1316908" cy="369332"/>
            <a:chOff x="8311896" y="1222725"/>
            <a:chExt cx="1316908" cy="36933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44BFD57-0A62-8DDF-8220-D25BB32D6F86}"/>
                </a:ext>
              </a:extLst>
            </p:cNvPr>
            <p:cNvSpPr/>
            <p:nvPr/>
          </p:nvSpPr>
          <p:spPr>
            <a:xfrm>
              <a:off x="8311896" y="1320942"/>
              <a:ext cx="182880" cy="17289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6930E3-A286-0CD2-23CD-F67166AB6284}"/>
                </a:ext>
              </a:extLst>
            </p:cNvPr>
            <p:cNvSpPr txBox="1"/>
            <p:nvPr/>
          </p:nvSpPr>
          <p:spPr>
            <a:xfrm>
              <a:off x="8494776" y="1222725"/>
              <a:ext cx="1134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reference</a:t>
              </a:r>
              <a:endParaRPr lang="en-US" dirty="0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9C0DE9A0-39CB-5997-C6EA-7714CCDC1336}"/>
              </a:ext>
            </a:extLst>
          </p:cNvPr>
          <p:cNvSpPr/>
          <p:nvPr/>
        </p:nvSpPr>
        <p:spPr>
          <a:xfrm>
            <a:off x="4586768" y="3027202"/>
            <a:ext cx="182880" cy="1728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8F9EEE-35A6-AA31-386B-0FD3A73E6746}"/>
              </a:ext>
            </a:extLst>
          </p:cNvPr>
          <p:cNvSpPr/>
          <p:nvPr/>
        </p:nvSpPr>
        <p:spPr>
          <a:xfrm>
            <a:off x="4582154" y="2412984"/>
            <a:ext cx="182880" cy="1728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38BF1C-981D-09E2-9652-DF26EF623319}"/>
              </a:ext>
            </a:extLst>
          </p:cNvPr>
          <p:cNvSpPr/>
          <p:nvPr/>
        </p:nvSpPr>
        <p:spPr>
          <a:xfrm>
            <a:off x="4586774" y="1789533"/>
            <a:ext cx="182880" cy="1728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D7CE39-9CD7-AAC5-AD39-60FA5BDFAFC7}"/>
              </a:ext>
            </a:extLst>
          </p:cNvPr>
          <p:cNvSpPr/>
          <p:nvPr/>
        </p:nvSpPr>
        <p:spPr>
          <a:xfrm>
            <a:off x="4582158" y="1175312"/>
            <a:ext cx="182880" cy="1728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FBC5015-FDDD-1BFE-A926-3D52815B9B72}"/>
              </a:ext>
            </a:extLst>
          </p:cNvPr>
          <p:cNvGrpSpPr/>
          <p:nvPr/>
        </p:nvGrpSpPr>
        <p:grpSpPr>
          <a:xfrm>
            <a:off x="6802989" y="1319007"/>
            <a:ext cx="1709451" cy="369332"/>
            <a:chOff x="8311896" y="1578323"/>
            <a:chExt cx="1709451" cy="36933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3BDA668-13EF-8055-4894-712B4B226D1D}"/>
                </a:ext>
              </a:extLst>
            </p:cNvPr>
            <p:cNvSpPr/>
            <p:nvPr/>
          </p:nvSpPr>
          <p:spPr>
            <a:xfrm>
              <a:off x="8311896" y="1676540"/>
              <a:ext cx="182880" cy="1728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427E98-DF97-71EC-E8A0-C22467BDD266}"/>
                </a:ext>
              </a:extLst>
            </p:cNvPr>
            <p:cNvSpPr txBox="1"/>
            <p:nvPr/>
          </p:nvSpPr>
          <p:spPr>
            <a:xfrm>
              <a:off x="8490159" y="1578323"/>
              <a:ext cx="1531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Single</a:t>
              </a:r>
              <a:r>
                <a:rPr lang="sv-SE" dirty="0"/>
                <a:t> </a:t>
              </a:r>
              <a:r>
                <a:rPr lang="sv-SE" dirty="0" err="1"/>
                <a:t>lithium</a:t>
              </a:r>
              <a:endParaRPr 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148AF55-09D7-A985-4F10-5E931C42F690}"/>
              </a:ext>
            </a:extLst>
          </p:cNvPr>
          <p:cNvSpPr txBox="1"/>
          <p:nvPr/>
        </p:nvSpPr>
        <p:spPr>
          <a:xfrm>
            <a:off x="4682825" y="335038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20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FADC05-58E2-990A-83AD-DE6AC7D40B79}"/>
              </a:ext>
            </a:extLst>
          </p:cNvPr>
          <p:cNvSpPr txBox="1"/>
          <p:nvPr/>
        </p:nvSpPr>
        <p:spPr>
          <a:xfrm>
            <a:off x="5537007" y="33622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25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02B73C-577C-3375-4B90-B4D1CF7CF4BE}"/>
              </a:ext>
            </a:extLst>
          </p:cNvPr>
          <p:cNvSpPr txBox="1"/>
          <p:nvPr/>
        </p:nvSpPr>
        <p:spPr>
          <a:xfrm>
            <a:off x="6559087" y="33759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30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9942EC-4808-FD87-B1D2-58A28AF1CDB2}"/>
              </a:ext>
            </a:extLst>
          </p:cNvPr>
          <p:cNvSpPr txBox="1"/>
          <p:nvPr/>
        </p:nvSpPr>
        <p:spPr>
          <a:xfrm>
            <a:off x="3659467" y="336264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16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668701-C370-08C4-5E24-3E2243BC6410}"/>
              </a:ext>
            </a:extLst>
          </p:cNvPr>
          <p:cNvSpPr txBox="1"/>
          <p:nvPr/>
        </p:nvSpPr>
        <p:spPr>
          <a:xfrm>
            <a:off x="2751518" y="338514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12</a:t>
            </a:r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B310E38-DB80-A1D3-3B21-D77D658DDC59}"/>
              </a:ext>
            </a:extLst>
          </p:cNvPr>
          <p:cNvSpPr/>
          <p:nvPr/>
        </p:nvSpPr>
        <p:spPr>
          <a:xfrm>
            <a:off x="5663448" y="3675276"/>
            <a:ext cx="182880" cy="17289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E9314A-A890-CD02-81F8-3A6B5EDDA007}"/>
              </a:ext>
            </a:extLst>
          </p:cNvPr>
          <p:cNvSpPr/>
          <p:nvPr/>
        </p:nvSpPr>
        <p:spPr>
          <a:xfrm>
            <a:off x="6684062" y="3670658"/>
            <a:ext cx="182880" cy="17289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9F010B-4244-EDFD-6B14-AAC032D0D61F}"/>
              </a:ext>
            </a:extLst>
          </p:cNvPr>
          <p:cNvSpPr/>
          <p:nvPr/>
        </p:nvSpPr>
        <p:spPr>
          <a:xfrm>
            <a:off x="3798723" y="3670658"/>
            <a:ext cx="182880" cy="17289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DA55C3-8713-4385-801F-554832F393FE}"/>
              </a:ext>
            </a:extLst>
          </p:cNvPr>
          <p:cNvSpPr/>
          <p:nvPr/>
        </p:nvSpPr>
        <p:spPr>
          <a:xfrm>
            <a:off x="2889956" y="3702912"/>
            <a:ext cx="182880" cy="17289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88AEDE-79A4-6752-649D-2CD2E13073B4}"/>
              </a:ext>
            </a:extLst>
          </p:cNvPr>
          <p:cNvGrpSpPr/>
          <p:nvPr/>
        </p:nvGrpSpPr>
        <p:grpSpPr>
          <a:xfrm>
            <a:off x="6802989" y="1697505"/>
            <a:ext cx="2253896" cy="369332"/>
            <a:chOff x="8307279" y="1920058"/>
            <a:chExt cx="2253896" cy="369332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2D1E503-EBE4-84F7-0D6B-FEE438FF47A8}"/>
                </a:ext>
              </a:extLst>
            </p:cNvPr>
            <p:cNvSpPr/>
            <p:nvPr/>
          </p:nvSpPr>
          <p:spPr>
            <a:xfrm>
              <a:off x="8307279" y="2018275"/>
              <a:ext cx="182880" cy="172898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C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1AF490-79B8-9B07-C321-3ECCCE3D2CAA}"/>
                </a:ext>
              </a:extLst>
            </p:cNvPr>
            <p:cNvSpPr txBox="1"/>
            <p:nvPr/>
          </p:nvSpPr>
          <p:spPr>
            <a:xfrm>
              <a:off x="8490159" y="1920058"/>
              <a:ext cx="2071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Single</a:t>
              </a:r>
              <a:r>
                <a:rPr lang="sv-SE" dirty="0"/>
                <a:t> </a:t>
              </a:r>
              <a:r>
                <a:rPr lang="sv-SE" dirty="0" err="1"/>
                <a:t>temperature</a:t>
              </a:r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B51E523-0F4E-C55D-6C50-DCD7B183C4D5}"/>
              </a:ext>
            </a:extLst>
          </p:cNvPr>
          <p:cNvSpPr txBox="1"/>
          <p:nvPr/>
        </p:nvSpPr>
        <p:spPr>
          <a:xfrm>
            <a:off x="4564138" y="384437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8.1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534BF0-4D66-9078-373C-AD0476BB0818}"/>
              </a:ext>
            </a:extLst>
          </p:cNvPr>
          <p:cNvSpPr txBox="1"/>
          <p:nvPr/>
        </p:nvSpPr>
        <p:spPr>
          <a:xfrm>
            <a:off x="4166002" y="414832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7.95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B7697D-1335-FC42-D689-EA79E7A3B6C7}"/>
              </a:ext>
            </a:extLst>
          </p:cNvPr>
          <p:cNvSpPr txBox="1"/>
          <p:nvPr/>
        </p:nvSpPr>
        <p:spPr>
          <a:xfrm>
            <a:off x="3796226" y="450358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7.7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FF6F24-F150-C0D8-6076-6CB8ECF2C395}"/>
              </a:ext>
            </a:extLst>
          </p:cNvPr>
          <p:cNvSpPr txBox="1"/>
          <p:nvPr/>
        </p:nvSpPr>
        <p:spPr>
          <a:xfrm>
            <a:off x="3349125" y="489570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7.45</a:t>
            </a:r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7F2622-D18C-2151-6F2C-E49E625ED740}"/>
              </a:ext>
            </a:extLst>
          </p:cNvPr>
          <p:cNvSpPr/>
          <p:nvPr/>
        </p:nvSpPr>
        <p:spPr>
          <a:xfrm>
            <a:off x="4141874" y="4073676"/>
            <a:ext cx="182880" cy="172898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F10B022-C293-2589-9D33-4C16D8BC78F4}"/>
              </a:ext>
            </a:extLst>
          </p:cNvPr>
          <p:cNvSpPr/>
          <p:nvPr/>
        </p:nvSpPr>
        <p:spPr>
          <a:xfrm>
            <a:off x="3684674" y="4456984"/>
            <a:ext cx="182880" cy="172898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109F8BE-53B4-9E48-6B8B-E9AEACE4ADC0}"/>
              </a:ext>
            </a:extLst>
          </p:cNvPr>
          <p:cNvSpPr/>
          <p:nvPr/>
        </p:nvSpPr>
        <p:spPr>
          <a:xfrm>
            <a:off x="3199764" y="4877241"/>
            <a:ext cx="182880" cy="172898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BC525FF-F0D4-FB50-5534-D2302624F8CE}"/>
              </a:ext>
            </a:extLst>
          </p:cNvPr>
          <p:cNvGrpSpPr/>
          <p:nvPr/>
        </p:nvGrpSpPr>
        <p:grpSpPr>
          <a:xfrm>
            <a:off x="6802989" y="2076003"/>
            <a:ext cx="1321334" cy="369332"/>
            <a:chOff x="8302277" y="2305744"/>
            <a:chExt cx="1321334" cy="369332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DB71A90-2743-D24C-AEB5-4A35D15A3620}"/>
                </a:ext>
              </a:extLst>
            </p:cNvPr>
            <p:cNvSpPr/>
            <p:nvPr/>
          </p:nvSpPr>
          <p:spPr>
            <a:xfrm>
              <a:off x="8302277" y="2403961"/>
              <a:ext cx="182880" cy="17289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C000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91C737C-5F23-C721-A5BE-38E5FEB597DC}"/>
                </a:ext>
              </a:extLst>
            </p:cNvPr>
            <p:cNvSpPr txBox="1"/>
            <p:nvPr/>
          </p:nvSpPr>
          <p:spPr>
            <a:xfrm>
              <a:off x="8494776" y="2305744"/>
              <a:ext cx="11288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Single</a:t>
              </a:r>
              <a:r>
                <a:rPr lang="sv-SE" dirty="0"/>
                <a:t> pH</a:t>
              </a:r>
              <a:endParaRPr lang="en-US" dirty="0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FD7D36A7-671C-399D-AE25-F21FE141D7D6}"/>
              </a:ext>
            </a:extLst>
          </p:cNvPr>
          <p:cNvSpPr/>
          <p:nvPr/>
        </p:nvSpPr>
        <p:spPr>
          <a:xfrm>
            <a:off x="5657067" y="2415447"/>
            <a:ext cx="182880" cy="172898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3F5AED-4214-D0BC-3524-AEF815E6CDF4}"/>
              </a:ext>
            </a:extLst>
          </p:cNvPr>
          <p:cNvCxnSpPr>
            <a:cxnSpLocks/>
            <a:stCxn id="51" idx="6"/>
            <a:endCxn id="65" idx="2"/>
          </p:cNvCxnSpPr>
          <p:nvPr/>
        </p:nvCxnSpPr>
        <p:spPr>
          <a:xfrm flipV="1">
            <a:off x="3867554" y="4528542"/>
            <a:ext cx="924546" cy="14891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AA7A1CC-7679-DB93-19D1-D6C65C407082}"/>
              </a:ext>
            </a:extLst>
          </p:cNvPr>
          <p:cNvCxnSpPr>
            <a:cxnSpLocks/>
            <a:stCxn id="55" idx="4"/>
            <a:endCxn id="36" idx="2"/>
          </p:cNvCxnSpPr>
          <p:nvPr/>
        </p:nvCxnSpPr>
        <p:spPr>
          <a:xfrm>
            <a:off x="5748507" y="2588345"/>
            <a:ext cx="4264" cy="1143230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4ED9365B-C22A-71E2-0AA4-75A39663C404}"/>
              </a:ext>
            </a:extLst>
          </p:cNvPr>
          <p:cNvSpPr/>
          <p:nvPr/>
        </p:nvSpPr>
        <p:spPr>
          <a:xfrm>
            <a:off x="4792100" y="4442093"/>
            <a:ext cx="182880" cy="172898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BF98F81-7F38-07CC-B65E-9CA063A35A5A}"/>
              </a:ext>
            </a:extLst>
          </p:cNvPr>
          <p:cNvCxnSpPr>
            <a:cxnSpLocks/>
            <a:stCxn id="40" idx="3"/>
            <a:endCxn id="65" idx="7"/>
          </p:cNvCxnSpPr>
          <p:nvPr/>
        </p:nvCxnSpPr>
        <p:spPr>
          <a:xfrm flipH="1">
            <a:off x="4948198" y="3822854"/>
            <a:ext cx="742032" cy="644559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063CCAD-63BC-539B-0A53-EE7A966C6843}"/>
              </a:ext>
            </a:extLst>
          </p:cNvPr>
          <p:cNvCxnSpPr>
            <a:cxnSpLocks/>
            <a:stCxn id="28" idx="3"/>
            <a:endCxn id="70" idx="7"/>
          </p:cNvCxnSpPr>
          <p:nvPr/>
        </p:nvCxnSpPr>
        <p:spPr>
          <a:xfrm flipH="1">
            <a:off x="3814197" y="2560562"/>
            <a:ext cx="794739" cy="706883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8E14557-650F-F645-BA9F-F1EA761CD5FA}"/>
              </a:ext>
            </a:extLst>
          </p:cNvPr>
          <p:cNvCxnSpPr>
            <a:cxnSpLocks/>
            <a:stCxn id="70" idx="4"/>
            <a:endCxn id="51" idx="0"/>
          </p:cNvCxnSpPr>
          <p:nvPr/>
        </p:nvCxnSpPr>
        <p:spPr>
          <a:xfrm>
            <a:off x="3749539" y="3415023"/>
            <a:ext cx="26575" cy="1041961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6688CB87-63BC-6923-6D1C-DFEE516FFF79}"/>
              </a:ext>
            </a:extLst>
          </p:cNvPr>
          <p:cNvSpPr/>
          <p:nvPr/>
        </p:nvSpPr>
        <p:spPr>
          <a:xfrm>
            <a:off x="3658099" y="3242125"/>
            <a:ext cx="182880" cy="172898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2233321-C326-D9D9-F71F-E4C9256541A6}"/>
              </a:ext>
            </a:extLst>
          </p:cNvPr>
          <p:cNvCxnSpPr>
            <a:cxnSpLocks/>
            <a:stCxn id="70" idx="6"/>
            <a:endCxn id="77" idx="2"/>
          </p:cNvCxnSpPr>
          <p:nvPr/>
        </p:nvCxnSpPr>
        <p:spPr>
          <a:xfrm flipV="1">
            <a:off x="3840979" y="3300113"/>
            <a:ext cx="941882" cy="28461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58D8116-817C-539A-0E17-6DB4D2FDB27D}"/>
              </a:ext>
            </a:extLst>
          </p:cNvPr>
          <p:cNvCxnSpPr>
            <a:cxnSpLocks/>
            <a:stCxn id="55" idx="3"/>
            <a:endCxn id="77" idx="3"/>
          </p:cNvCxnSpPr>
          <p:nvPr/>
        </p:nvCxnSpPr>
        <p:spPr>
          <a:xfrm flipH="1">
            <a:off x="4809643" y="2563025"/>
            <a:ext cx="874206" cy="798217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303438E8-CDF2-A780-BE2B-0217BBDC2567}"/>
              </a:ext>
            </a:extLst>
          </p:cNvPr>
          <p:cNvSpPr/>
          <p:nvPr/>
        </p:nvSpPr>
        <p:spPr>
          <a:xfrm>
            <a:off x="4782861" y="3213664"/>
            <a:ext cx="182880" cy="172898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BFC9C9C-1A88-F6AB-8FC0-D2D04AA0CE51}"/>
              </a:ext>
            </a:extLst>
          </p:cNvPr>
          <p:cNvCxnSpPr>
            <a:cxnSpLocks/>
            <a:stCxn id="77" idx="4"/>
            <a:endCxn id="65" idx="0"/>
          </p:cNvCxnSpPr>
          <p:nvPr/>
        </p:nvCxnSpPr>
        <p:spPr>
          <a:xfrm>
            <a:off x="4874301" y="3386562"/>
            <a:ext cx="9239" cy="1055531"/>
          </a:xfrm>
          <a:prstGeom prst="straightConnector1">
            <a:avLst/>
          </a:prstGeom>
          <a:ln w="3175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1E595C5-97EA-764C-151E-ACAFF5FEED27}"/>
              </a:ext>
            </a:extLst>
          </p:cNvPr>
          <p:cNvGrpSpPr/>
          <p:nvPr/>
        </p:nvGrpSpPr>
        <p:grpSpPr>
          <a:xfrm>
            <a:off x="6802989" y="2454502"/>
            <a:ext cx="1933550" cy="369332"/>
            <a:chOff x="8297309" y="2670043"/>
            <a:chExt cx="1933550" cy="369332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00F6552-F3D3-ADED-E8F9-B3417CEE8700}"/>
                </a:ext>
              </a:extLst>
            </p:cNvPr>
            <p:cNvSpPr/>
            <p:nvPr/>
          </p:nvSpPr>
          <p:spPr>
            <a:xfrm>
              <a:off x="8297309" y="2768260"/>
              <a:ext cx="182880" cy="172898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C000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F9D94E9-137D-3AFE-1CD5-81D961970286}"/>
                </a:ext>
              </a:extLst>
            </p:cNvPr>
            <p:cNvSpPr txBox="1"/>
            <p:nvPr/>
          </p:nvSpPr>
          <p:spPr>
            <a:xfrm>
              <a:off x="8516607" y="2670043"/>
              <a:ext cx="1714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err="1"/>
                <a:t>Multiple</a:t>
              </a:r>
              <a:r>
                <a:rPr lang="sv-SE" dirty="0"/>
                <a:t> drivers</a:t>
              </a:r>
              <a:endParaRPr lang="en-US" dirty="0"/>
            </a:p>
          </p:txBody>
        </p: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B03F014C-8184-DD62-6825-BC1E8D03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4657725" y="2419350"/>
            <a:ext cx="91440" cy="173736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A77DF7D-6E2F-446C-2FBA-19A08C835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5753100" y="3667125"/>
            <a:ext cx="91440" cy="17373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6EDBA33-D362-3836-29DB-3A81F56D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3762375" y="4467225"/>
            <a:ext cx="91440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3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19CA94-726B-753C-A067-A2C7AF077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414" y="642886"/>
            <a:ext cx="7315834" cy="55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08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34</Words>
  <Application>Microsoft Macintosh PowerPoint</Application>
  <PresentationFormat>Widescreen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University of Gothenburg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Dupont</dc:creator>
  <cp:lastModifiedBy>Einar Pétur Jónsson - HAFRO</cp:lastModifiedBy>
  <cp:revision>3</cp:revision>
  <dcterms:created xsi:type="dcterms:W3CDTF">2025-10-16T11:45:30Z</dcterms:created>
  <dcterms:modified xsi:type="dcterms:W3CDTF">2026-02-03T13:28:28Z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c80478f-11da-4717-908f-ce13ec08de93_Enabled">
    <vt:lpwstr>true</vt:lpwstr>
  </property>
  <property fmtid="{D5CDD505-2E9C-101B-9397-08002B2CF9AE}" pid="3" name="MSIP_Label_dc80478f-11da-4717-908f-ce13ec08de93_SetDate">
    <vt:lpwstr>2026-02-03T13:27:54Z</vt:lpwstr>
  </property>
  <property fmtid="{D5CDD505-2E9C-101B-9397-08002B2CF9AE}" pid="4" name="MSIP_Label_dc80478f-11da-4717-908f-ce13ec08de93_Method">
    <vt:lpwstr>Standard</vt:lpwstr>
  </property>
  <property fmtid="{D5CDD505-2E9C-101B-9397-08002B2CF9AE}" pid="5" name="MSIP_Label_dc80478f-11da-4717-908f-ce13ec08de93_Name">
    <vt:lpwstr>Varin</vt:lpwstr>
  </property>
  <property fmtid="{D5CDD505-2E9C-101B-9397-08002B2CF9AE}" pid="6" name="MSIP_Label_dc80478f-11da-4717-908f-ce13ec08de93_SiteId">
    <vt:lpwstr>764a306d-0a68-45ad-9f07-6f1804447cd4</vt:lpwstr>
  </property>
  <property fmtid="{D5CDD505-2E9C-101B-9397-08002B2CF9AE}" pid="7" name="MSIP_Label_dc80478f-11da-4717-908f-ce13ec08de93_ActionId">
    <vt:lpwstr>dba2404e-0377-4217-b15d-682f2b3822a8</vt:lpwstr>
  </property>
  <property fmtid="{D5CDD505-2E9C-101B-9397-08002B2CF9AE}" pid="8" name="MSIP_Label_dc80478f-11da-4717-908f-ce13ec08de93_ContentBits">
    <vt:lpwstr>0</vt:lpwstr>
  </property>
  <property fmtid="{D5CDD505-2E9C-101B-9397-08002B2CF9AE}" pid="9" name="MSIP_Label_dc80478f-11da-4717-908f-ce13ec08de93_Tag">
    <vt:lpwstr>50, 3, 0, 1</vt:lpwstr>
  </property>
</Properties>
</file>